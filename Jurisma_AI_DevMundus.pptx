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51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01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vmundus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94960" y="0"/>
            <a:ext cx="36576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84048" y="1024128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384048" y="17190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384048" y="26517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Legal Research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4048" y="30449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§ Citations  ·  22 Federal Statutes  ·  Multilingual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" y="3493008"/>
            <a:ext cx="448056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May 2026  ·  Confidential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59552" y="502920"/>
            <a:ext cx="3364992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59552" y="50292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87568" y="5760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687568" y="1069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Codes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59552" y="1581912"/>
            <a:ext cx="3364992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9552" y="1581912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87568" y="165506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687568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Indexed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59552" y="2660904"/>
            <a:ext cx="3364992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559552" y="2660904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87568" y="27340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9.7/10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5687568" y="3227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59552" y="3739896"/>
            <a:ext cx="3364992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559552" y="3739896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687568" y="38130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6s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5687568" y="4306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Query Time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3632946-A067-3FBC-1721-F77714745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8240" y="-109348"/>
            <a:ext cx="2522602" cy="1681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84048" y="1078992"/>
            <a:ext cx="9144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" y="123444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4048" y="1234440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1208" y="12893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87552" y="1307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208" y="16550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RAG system · the problem we solve · before vs after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46320" y="123444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46320" y="1234440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83480" y="12893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49824" y="1307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83480" y="16550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3-service design · 9-step query pipeline with plain-English walkthrough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84048" y="212140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84048" y="2121408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1208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87552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1208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Node.js · Python · FAISS · Qdrant · DeepSeek · NetworkX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846320" y="212140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46320" y="2121408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83480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449824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Layer Deep-Dive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83480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 · Qdrant production · TF-IDF lexical fusion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84048" y="3008376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84048" y="3008376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21208" y="3063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87552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Intelligence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21208" y="34290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authority resolver · norm graph · 4-layer pipeline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46320" y="3008376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846320" y="3008376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983480" y="3063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5449824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Results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983480" y="34290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hard legal queries · real retrieval · expert-level scores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84048" y="3895344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84048" y="3895344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21208" y="3950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987552" y="3968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21208" y="43159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vs standard LLMs and legal search tools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846320" y="3895344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846320" y="3895344"/>
            <a:ext cx="6400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83480" y="3950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5449824" y="3968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983480" y="43159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BGH case law · BM25 · Qdrant Cloud · multi-jurisdiction</a:t>
            </a:r>
            <a:endParaRPr lang="en-US" sz="8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D5B5A2A-0561-E51F-3F1F-4808A32D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Project Overview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" y="1216152"/>
            <a:ext cx="8375904" cy="9509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4048" y="1216152"/>
            <a:ext cx="64008" cy="9509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" y="1252728"/>
            <a:ext cx="8119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production-grade Legal Retrieval-Augmented Generation (RAG) system built by </a:t>
            </a: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DevMundus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questions about German federal law with exact § citations, source verification, and structured legal analysis. Unlike keyword-search tools or general-purpose LLMs, Jurisma AI retrieves the precise statute paragraph that governs a question — combining FAISS semantic vector search, a self-learning Legal Norm Graph, and DeepSeek LLM synthesis into a single grounded pipeline across </a:t>
            </a: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statutes and 11,705 indexed vectors.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2304288"/>
            <a:ext cx="404164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048" y="2304288"/>
            <a:ext cx="4041648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232257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2679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German law: 22+ statutes, 8,000+ paragraphs — hours to find the right §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Keyword tools return hundreds of irrelevant results, no authority ranking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3172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General LLMs cite statutes that may not exist — no source verification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53712" y="2852928"/>
            <a:ext cx="47548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7432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20640" y="2304288"/>
            <a:ext cx="3639312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20640" y="2304288"/>
            <a:ext cx="363931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30368" y="2322576"/>
            <a:ext cx="3429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30368" y="26791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Retrieves the exact § with confidence % — not keyword guessing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30368" y="2926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FAISS + Norm Graph ranks by doctrinal authority — not word frequency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30368" y="317296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DeepSeek synthesises grounded answers — every claim cites a §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84048" y="3547872"/>
            <a:ext cx="4041648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2920" y="3575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7856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"Damages in German law are covered by various provisions..." (no citation)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120640" y="3547872"/>
            <a:ext cx="3639312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230368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JURISMA AI: 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230368" y="378561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249 BGB (82%) — Der Ersatzpflichtige hat den Zustand wiederherzustellen... [BGB.pdf · Seite 47]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102CD42-FBF7-EB54-B6D2-8888DBFA8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System Architecture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" y="1234440"/>
            <a:ext cx="27432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" y="1234440"/>
            <a:ext cx="27432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252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40864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1682496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 19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PDF.js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90672" y="1911096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90672" y="19842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3291840" y="1234440"/>
            <a:ext cx="27432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91840" y="123444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01568" y="1252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85232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401568" y="1682496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JWT · MongoDB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Lexical Search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1911096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35040" y="19842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236208" y="1234440"/>
            <a:ext cx="27432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36208" y="1234440"/>
            <a:ext cx="2743200" cy="384048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45936" y="1252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0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345936" y="1682496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sentence-transformers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· DeepSeek API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7472" y="325526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47472" y="3255264"/>
            <a:ext cx="17373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8912" y="32735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38912" y="358444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11,705 vectors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statute indices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216152" y="2651760"/>
            <a:ext cx="0" cy="60350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377440" y="325526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377440" y="3255264"/>
            <a:ext cx="17373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468880" y="32735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468880" y="358444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tokens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46120" y="2651760"/>
            <a:ext cx="0" cy="60350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407408" y="3264408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407408" y="3255264"/>
            <a:ext cx="17373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98848" y="32735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498848" y="358444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276088" y="2651760"/>
            <a:ext cx="0" cy="60350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437376" y="325526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437376" y="3255264"/>
            <a:ext cx="17373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528816" y="32735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528816" y="358444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synthesis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306056" y="2651760"/>
            <a:ext cx="0" cy="603504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3E1F120-8BC3-BF2C-9C0B-3412D3245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How a Query Works — Plain English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1207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"Was ist Schadensersatz?" (What is damages?)  →  Answer returned with § 249 BGB in 4.1 seconds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92608" y="1554480"/>
            <a:ext cx="16276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05256" y="164592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525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" y="21214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" y="2423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Question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3776" y="2834640"/>
            <a:ext cx="122529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3776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47472" y="3090672"/>
            <a:ext cx="1517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typed '242 BGB' without the § sign, the system adds it automatically so it knows you're asking about a specific law paragraph.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920240" y="2249424"/>
            <a:ext cx="914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011680" y="1554480"/>
            <a:ext cx="16276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624328" y="164592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624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057400" y="21214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057400" y="2423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Law Area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212848" y="2834640"/>
            <a:ext cx="122529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212848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Authority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066544" y="3090672"/>
            <a:ext cx="1517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your question and decides which German law book it belongs to — civil (BGB), criminal (StGB), commercial (HGB), etc. — and what kind of question it is.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3639312" y="2249424"/>
            <a:ext cx="914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730752" y="1554480"/>
            <a:ext cx="16276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343400" y="164592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4340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776472" y="21214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776472" y="2423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 Paragraphs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931920" y="2834640"/>
            <a:ext cx="122529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931920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Anchor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3785616" y="3090672"/>
            <a:ext cx="1517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legal area detected, the system knows which paragraphs are most important. For 'damages', it focuses on §§ 249–253 BGB as the core reference points.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358384" y="2249424"/>
            <a:ext cx="914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449824" y="1554480"/>
            <a:ext cx="16276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062472" y="164592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06247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95544" y="21214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495544" y="2423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the Search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650992" y="2834640"/>
            <a:ext cx="122529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650992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Enrich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5504688" y="3090672"/>
            <a:ext cx="1517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question is expanded with the key paragraph numbers. This makes the upcoming search much more targeted — like adding 'see also §249' to your Google search.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077456" y="2249424"/>
            <a:ext cx="914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7168896" y="1554480"/>
            <a:ext cx="1627632" cy="3200400"/>
          </a:xfrm>
          <a:prstGeom prst="rect">
            <a:avLst/>
          </a:prstGeom>
          <a:solidFill>
            <a:srgbClr val="2563EB"/>
          </a:solidFill>
          <a:ln w="19050">
            <a:solidFill>
              <a:srgbClr val="1D4E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781544" y="164592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78154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7214616" y="21214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214616" y="24231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11,705 Legal Chunks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370064" y="2834640"/>
            <a:ext cx="1225296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370064" y="28346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223760" y="3090672"/>
            <a:ext cx="1517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is turned into a mathematical fingerprint (vector) and compared against 11,705 pre-indexed chunks of German statute text. The closest matches are returned in milliseconds.</a:t>
            </a:r>
            <a:endParaRPr lang="en-US" sz="7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D1588DC-121A-87C4-6473-1C948B9C2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How a Query Works — Steps 6 to 9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1207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from Step 5 (FAISS returned top-matching statute chunks)...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0624" y="1554480"/>
            <a:ext cx="83759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84048" y="1554480"/>
            <a:ext cx="1097280" cy="731520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1591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4048" y="1956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72768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Legal Importance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70832" y="1627632"/>
            <a:ext cx="137160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70832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Graph Rerank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572768" y="188366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knowledge graph re-ranks results using authority scores. It knows § 249 BGB (core damages norm) is more authoritative than § 31 BGB for this question. PageRank + eigenvector centrality scores ensure the most legally important paragraphs rise to the top — not just the most word-similar ones.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870448" y="1609344"/>
            <a:ext cx="2779776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61888" y="164592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semantic×0.45 + graph×0.20 + centrality×0.15 + citation×0.10 + anchor×0.10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84048" y="2377440"/>
            <a:ext cx="8375904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84048" y="2377440"/>
            <a:ext cx="109728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84048" y="2414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84048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72768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with Keywords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70832" y="2450592"/>
            <a:ext cx="137160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370832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Fusion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572768" y="270662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keyword-matching search runs alongside FAISS. If you explicitly typed '§ 249 BGB' in your question, this layer guarantees that paragraph appears in the results — even if the vector search ranked it lower. It is the safety net for exact references.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870448" y="2432304"/>
            <a:ext cx="2779776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61888" y="246888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 TF-IDF score merged with FAISS cosine similarity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84048" y="3200400"/>
            <a:ext cx="83759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84048" y="3200400"/>
            <a:ext cx="109728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4048" y="32369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84048" y="3602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572768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370832" y="3273552"/>
            <a:ext cx="137160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370832" y="3273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572768" y="35295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reads the retrieved statute paragraphs and writes a structured legal answer with 5 sections: Definition, Legal Basis, Elements, Legal Consequence, and Summary. It only uses information from the retrieved text — no hallucination, every claim is grounded in a specific §.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870448" y="3255264"/>
            <a:ext cx="2779776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961888" y="329184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sections: Definition → Legal Basis → Elements → Rechtsfolge → Summary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384048" y="4023360"/>
            <a:ext cx="8375904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384048" y="4023360"/>
            <a:ext cx="1097280" cy="7315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84048" y="4059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384048" y="4425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572768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Answer + Sources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370832" y="4096512"/>
            <a:ext cx="137160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370832" y="4096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+ Cite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1572768" y="43525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answer appears in the chat alongside numbered citations. Each citation shows the statute name, paragraph number, and a confidence percentage. Click any citation to open the original statute PDF and verify the exact page — full transparency, no black box.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870448" y="4078224"/>
            <a:ext cx="2779776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961888" y="411480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shown: statute · § number · confidence % · clickable PDF link</a:t>
            </a:r>
            <a:endParaRPr lang="en-US" sz="7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69408FC-E972-2BB5-5026-294E2652A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Technology Stack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" y="1234440"/>
            <a:ext cx="1828800" cy="347472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12527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12848" y="1234440"/>
            <a:ext cx="3035808" cy="347472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304288" y="1252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48656" y="1234440"/>
            <a:ext cx="3730752" cy="347472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40096" y="125272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4048" y="16002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16642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212848" y="1600200"/>
            <a:ext cx="3035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304288" y="166420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 19 · Tailwind CSS · PDF.js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248656" y="1600200"/>
            <a:ext cx="3730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340096" y="166420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source viewer, language switcher (DE/EN/PL/AR/NO)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" y="2075688"/>
            <a:ext cx="1828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" y="213969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12848" y="2075688"/>
            <a:ext cx="3035808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304288" y="213969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· JWT · MongoDB · Custom TF-IDF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248656" y="2075688"/>
            <a:ext cx="373075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340096" y="213969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auth, lexical search, token accounting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84048" y="255117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488" y="261518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212848" y="2551176"/>
            <a:ext cx="3035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304288" y="261518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FAISS · sentence-transformers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248656" y="2551176"/>
            <a:ext cx="3730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340096" y="261518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search, authority resolution, norm graph reranking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84048" y="3026664"/>
            <a:ext cx="1828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5488" y="309067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Qdrant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212848" y="3026664"/>
            <a:ext cx="3035808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304288" y="309067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 · 768-dim L2 vectors · cosine similarity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248656" y="3026664"/>
            <a:ext cx="373075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340096" y="309067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11,705 vectors — 7 eager statutes + 15 lazy-loaded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84048" y="350215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5488" y="35661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212848" y="3502152"/>
            <a:ext cx="3035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304288" y="35661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deepseek-chat · temp=0 · LRU cache 512 entries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248656" y="3502152"/>
            <a:ext cx="3730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340096" y="356616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classification + structured answer synthesis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84048" y="3977640"/>
            <a:ext cx="1828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75488" y="40416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Norm Graph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2212848" y="3977640"/>
            <a:ext cx="3035808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304288" y="40416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· PageRank · eigenvector · betweenness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248656" y="3977640"/>
            <a:ext cx="373075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340096" y="404164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nodes · 398 edges · 7 edge types · self-learning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84048" y="4453128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75488" y="451713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2212848" y="4453128"/>
            <a:ext cx="3035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304288" y="451713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token credits · rate limiting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248656" y="4453128"/>
            <a:ext cx="3730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340096" y="451713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accounts, session management, usage analytics</a:t>
            </a:r>
            <a:endParaRPr lang="en-US" sz="9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95E015E-BD7B-95C0-D619-85EEFFFB1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Search Layer — FAISS · Qdrant · TF-IDF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" y="1234440"/>
            <a:ext cx="2798064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" y="1234440"/>
            <a:ext cx="27980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7200" y="1682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Vector Store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19842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paraphrase-multilingual-mpnet-base-v2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245059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IndexFlatIP + L2 normalization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291693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11,705 vectors — BGB (5,512) ZPO (2,186) StPO (1,415)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33832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Cross-statute: 3 indices searched simultaneously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849624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loading: 15 extra statutes on first query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31596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via normalized inner product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91840" y="1234440"/>
            <a:ext cx="2798064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91840" y="1234440"/>
            <a:ext cx="2798064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401568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401568" y="1682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Alternative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01568" y="19842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Activate: VECTOR_STORE_TYPE=qdrant in .env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401568" y="245059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Server-managed persistence (not flat files)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01568" y="291693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statute filters — no cross-statute leakage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401568" y="33832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UUID5 IDs per paragraph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401568" y="3849624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Distance.COSINE — matches FAISS approach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401568" y="431596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6333:6333 qdrant/qdrant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236208" y="1234440"/>
            <a:ext cx="2798064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236208" y="1234440"/>
            <a:ext cx="2798064" cy="402336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345936" y="1252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6345936" y="1682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Precision Layer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345936" y="19842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Node.js implementation — no library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345936" y="245059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9,360+ chunks from 21 parsed statute PDFs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345936" y="291693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exact § refs semantic search may miss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345936" y="33832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fused with FAISS for final citation ranking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45936" y="3849624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German-optimized tokenization and stemming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345936" y="431596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at startup — instant availability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EB03F2F-17AA-B61F-CAE2-E123C4D25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DeepSeek LLM  +  Legal Norm Graph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" y="1234440"/>
            <a:ext cx="4224528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" y="1234440"/>
            <a:ext cx="422452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25272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1737360"/>
            <a:ext cx="5486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1737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78992" y="17465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Classifier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048256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query → {statute, type, domain, cross_statutes, confidence}.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  ·  LRU cache 512 entries  ·  8s timeout per call.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2715768"/>
            <a:ext cx="5486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2715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78992" y="2724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Synthesizer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026664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5-section answer from retrieved chunks.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→ Legal Basis → Elements → Rechtsfolge → Summary.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3694176"/>
            <a:ext cx="5486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3694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078992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Output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005072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DE/EN/PL/AR/NO via system prompt language instruction.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— no fine-tuning or extra deployment needed.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54880" y="1234440"/>
            <a:ext cx="40233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4023360" cy="402336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64608" y="12527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Norm Graph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892040" y="1719072"/>
            <a:ext cx="117043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92040" y="17373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4892040" y="21031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190488" y="1719072"/>
            <a:ext cx="117043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190488" y="17373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6190488" y="21031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488936" y="1719072"/>
            <a:ext cx="117043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488936" y="17373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7488936" y="21031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217920" y="2761488"/>
            <a:ext cx="0" cy="512064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217920" y="2761488"/>
            <a:ext cx="1005840" cy="512064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217920" y="2761488"/>
            <a:ext cx="0" cy="1216152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212080" y="3273552"/>
            <a:ext cx="457200" cy="70408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223760" y="3273552"/>
            <a:ext cx="0" cy="70408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217920" y="2761488"/>
            <a:ext cx="548640" cy="1216152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035040" y="257860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980176" y="298094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§249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BGB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5029200" y="30906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974336" y="349300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§823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BGB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7040880" y="30906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986016" y="349300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§253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BGB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486400" y="3794760"/>
            <a:ext cx="384048" cy="384048"/>
          </a:xfrm>
          <a:prstGeom prst="ellipse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431536" y="41970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§263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StGB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6583680" y="3794760"/>
            <a:ext cx="384048" cy="384048"/>
          </a:xfrm>
          <a:prstGeom prst="ellipse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528816" y="41970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§266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StGB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4864608" y="43525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Score: semantic×0.45 + graph×0.20 + centrality×0.15 + citation×0.10 + anchor×0.10</a:t>
            </a:r>
            <a:endParaRPr lang="en-US" sz="7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F63DC9A-78E9-4DF4-4DFD-75D6CDB60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92024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5486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Python Intelligence Layer — Libraries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100584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261872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1261872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36976" y="1335024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36976" y="133502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1208" y="16550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paraphrase-multilingual-mpnet-base-v2 · 768-dim · 50+ languages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1261872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261872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faiss-cpu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9248" y="1335024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99248" y="133502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83480" y="16550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 · L2 normalization · nearest-neighbor at scale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14884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2148840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" y="2203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36976" y="2221992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36976" y="2221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1208" y="25420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/query · /authority · /ingestion · /health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14884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148840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2203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99248" y="2221992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99248" y="2221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83480" y="25420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DiGraph · pagerank() · eigenvector_centrality() · self-learning edges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" y="303580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84048" y="3035808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1208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36976" y="3108960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36976" y="3108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 Client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1208" y="342900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 calls · ThreadPoolExecutor bridge for sync contexts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303580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3035808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8348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99248" y="3108960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99248" y="31089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83480" y="342900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 per § paragraph · full statute ingestion pipeline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3922776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84048" y="3922776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21208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36976" y="3995928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36976" y="39959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Math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21208" y="431596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normalization · cosine similarity · batch vector operations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46320" y="3922776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46320" y="3922776"/>
            <a:ext cx="64008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8348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functools.lru_cache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699248" y="3995928"/>
            <a:ext cx="1261872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99248" y="39959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Cache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83480" y="431596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512-entry LRU · same query never re-calls DeepSeek API</a:t>
            </a:r>
            <a:endParaRPr lang="en-US" sz="85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1D4D55B-F836-0F19-244B-8B7A20FA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Authority Resolution Pipeline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1225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passes a 4-layer cascade to determine which statute governs before retrieval begins.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" y="1591056"/>
            <a:ext cx="837590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84048" y="1591056"/>
            <a:ext cx="132588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1627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19751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288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Lock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828800" y="19568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explicit § references or statute keywords. '§ 823 BGB' → locked immediately. 'GmbH' → GMBHG. Free, instant, no API call required.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4048" y="2386584"/>
            <a:ext cx="8375904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84048" y="2386584"/>
            <a:ext cx="132588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4048" y="2423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4048" y="27706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828800" y="2459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Templates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828800" y="27523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legal domains (tort, contract, criminal) mapped directly to statute + anchor paragraphs. Covers approximately 40% of queries at zero cost.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4048" y="3182112"/>
            <a:ext cx="837590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84048" y="3182112"/>
            <a:ext cx="1325880" cy="713232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84048" y="32186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82880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828800" y="35478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any remaining natural language query → {statute, question_type, domain, cross_statutes, confidence: 0.95}. Result cached in LRU (512 entries).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84048" y="3977640"/>
            <a:ext cx="8375904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84048" y="3977640"/>
            <a:ext cx="1325880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84048" y="40142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4048" y="43616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82880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BGB Default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828800" y="4343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fallback — the broadest German civil law statute. Ensures no query ever returns 'clarification required'. Every question always gets an answer.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C3DDCF6-7F99-6029-C3D4-CAE4B1015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Live Test Results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1225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tested live — no pre-computed answers. FAISS retrieves from 11,705 vectors in real-time.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" y="1572768"/>
            <a:ext cx="4389120" cy="329184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" y="1591056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Query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73168" y="1572768"/>
            <a:ext cx="2798064" cy="329184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64608" y="15910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Statutes Retrieved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571232" y="1572768"/>
            <a:ext cx="1005840" cy="329184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62672" y="1591056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1920240"/>
            <a:ext cx="43891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" y="1965960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Schadensersatz?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73168" y="1920240"/>
            <a:ext cx="2798064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64608" y="19659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249-253 BGB (complete)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571232" y="1920240"/>
            <a:ext cx="1005840" cy="3566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662672" y="19659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4048" y="2295144"/>
            <a:ext cx="438912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" y="234086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Nichtigkeit vs Anfechtbarkeit?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73168" y="2295144"/>
            <a:ext cx="2798064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64608" y="23408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105, 116, 119, 122, 142 BGB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571232" y="2295144"/>
            <a:ext cx="1005840" cy="3566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662672" y="234086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84048" y="2670048"/>
            <a:ext cx="43891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5488" y="271576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Strafe bei Körperverletzung?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73168" y="2670048"/>
            <a:ext cx="2798064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64608" y="27157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223, 224, 226, 229, 46 StGB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571232" y="2670048"/>
            <a:ext cx="1005840" cy="3566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662672" y="27157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84048" y="3044952"/>
            <a:ext cx="438912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75488" y="309067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Schweigen im Handelsrecht?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73168" y="3044952"/>
            <a:ext cx="2798064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64608" y="30906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— Kaufmännisches Schweigen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571232" y="3044952"/>
            <a:ext cx="1005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662672" y="309067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84048" y="3419856"/>
            <a:ext cx="43891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5488" y="346557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GmbH-Geschäftsführer: Täuschung + Untreue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73168" y="3419856"/>
            <a:ext cx="2798064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64608" y="34655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123 BGB + § 266 StGB + § 43 GmbHG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571232" y="3419856"/>
            <a:ext cx="10058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662672" y="346557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9.5/10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4048" y="3794760"/>
            <a:ext cx="438912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75488" y="3840480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Rolex — § 935 BGB applies?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773168" y="3794760"/>
            <a:ext cx="2798064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864608" y="38404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935 BGB at 100% confidence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571232" y="3794760"/>
            <a:ext cx="1005840" cy="3566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662672" y="384048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84048" y="4169664"/>
            <a:ext cx="43891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75488" y="421538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Eigentumsvorbehalt + Insolvenz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773168" y="4169664"/>
            <a:ext cx="2798064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4864608" y="421538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449, 929, 903 BGB + § 47 InsO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7571232" y="4169664"/>
            <a:ext cx="1005840" cy="3566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7662672" y="42153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84048" y="4544568"/>
            <a:ext cx="438912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475488" y="459028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Abstraktionsprinzip vs Trennungsprinzip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773168" y="4544568"/>
            <a:ext cx="2798064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864608" y="45902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929, 433, 812 BGB — pure doctrine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571232" y="4544568"/>
            <a:ext cx="1005840" cy="356616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662672" y="459028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7113AD9-173D-6C80-8700-3F75C1B9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40280" y="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·  German Legal Research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75320" y="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DevMundus  ·  Confidential  ·  www.devmundus.com  ·  FAISS · Qdrant · DeepSeek · NetworkX · React 19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" y="5486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Why Jurisma AI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384048" y="1088136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" y="1234440"/>
            <a:ext cx="2743200" cy="347472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12527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27248" y="1234440"/>
            <a:ext cx="290779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18688" y="125272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  (DevMundus)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1234440"/>
            <a:ext cx="2743200" cy="347472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12527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 / Search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4048" y="160020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16459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§ citations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127248" y="1600200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18688" y="164592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Paragraph-level + confidence 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160020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26480" y="16459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 or hallucinated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" y="2020824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" y="206654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Multi-statute queries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27248" y="2020824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18688" y="2066544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BGB + StGB + GmbHG in one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35040" y="2020824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26480" y="206654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Single domain only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84048" y="244144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488" y="248716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Doctrinal authority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127248" y="2441448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18688" y="248716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PageRank norm graph weighting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35040" y="244144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126480" y="248716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Unaware of doctrine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84048" y="2862072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5488" y="29077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source access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127248" y="2862072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218688" y="290779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Opens exact § in original PDF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035040" y="2862072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126480" y="29077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source access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84048" y="328269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5488" y="33284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structure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127248" y="3282696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218688" y="3328416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5-section formal legal format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35040" y="328269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126480" y="33284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Free-form prose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84048" y="3703320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75488" y="374904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3127248" y="3703320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218688" y="374904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DE / EN / PL / AR / NO + RTL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035040" y="3703320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126480" y="374904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Variable, no RTL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84048" y="412394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75488" y="416966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statute coverage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127248" y="4123944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218688" y="4169664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All major German federal codes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035040" y="412394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126480" y="416966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General knowledge only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384048" y="4544568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75488" y="45902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127248" y="4544568"/>
            <a:ext cx="29077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3218688" y="45902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Low — grounded in statute text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6035040" y="4544568"/>
            <a:ext cx="27432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126480" y="45902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 without RAG</a:t>
            </a:r>
            <a:endParaRPr lang="en-US" sz="9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275E1151-F256-751B-8311-6920F3BB5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" y="-416950"/>
            <a:ext cx="1969144" cy="13127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94960" y="0"/>
            <a:ext cx="36576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84048" y="104241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JURISMA AI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84048" y="18470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law, without limits.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84048" y="2377440"/>
            <a:ext cx="448056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252374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Node.js  ·  FastAPI  ·  FAISS  ·  Qdrant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 ·  NetworkX  ·  MongoDB  ·  PDF.js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33832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www.devmundus.com</a:t>
            </a:r>
            <a:endParaRPr lang="en-US" sz="1400" b="1" dirty="0">
              <a:solidFill>
                <a:srgbClr val="60A5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enterprise@devmundus.com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59552" y="438912"/>
            <a:ext cx="17373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59552" y="438912"/>
            <a:ext cx="1737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59552" y="621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559552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Codes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424928" y="438912"/>
            <a:ext cx="17373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24928" y="438912"/>
            <a:ext cx="1737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24928" y="621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7424928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Indexed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59552" y="1956816"/>
            <a:ext cx="17373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559552" y="1956816"/>
            <a:ext cx="1737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59552" y="21396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9.7/10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5559552" y="2834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24928" y="1956816"/>
            <a:ext cx="17373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424928" y="1956816"/>
            <a:ext cx="1737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24928" y="21396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11,705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7424928" y="2834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Indexed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59552" y="3474720"/>
            <a:ext cx="17373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59552" y="3474720"/>
            <a:ext cx="1737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559552" y="36576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5559552" y="4352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Graph Nodes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424928" y="3474720"/>
            <a:ext cx="17373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424928" y="3474720"/>
            <a:ext cx="1737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424928" y="36576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6s</a:t>
            </a:r>
            <a:endParaRPr lang="en-US" sz="2700" dirty="0"/>
          </a:p>
        </p:txBody>
      </p:sp>
      <p:sp>
        <p:nvSpPr>
          <p:cNvPr id="33" name="Text 30"/>
          <p:cNvSpPr/>
          <p:nvPr/>
        </p:nvSpPr>
        <p:spPr>
          <a:xfrm>
            <a:off x="7424928" y="4352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Query Time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50B2D1-7C7A-7D78-698F-C86123688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8240" y="-109348"/>
            <a:ext cx="2522602" cy="16817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2448</Words>
  <Application>Microsoft Office PowerPoint</Application>
  <PresentationFormat>On-screen Show (16:9)</PresentationFormat>
  <Paragraphs>383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Jurisma AI — DevMundus</dc:title>
  <dc:subject>PptxGenJS Presentation</dc:subject>
  <dc:creator>DevMundus</dc:creator>
  <cp:lastModifiedBy>Madood Maharvi</cp:lastModifiedBy>
  <cp:revision>3</cp:revision>
  <dcterms:created xsi:type="dcterms:W3CDTF">2026-05-27T14:20:43Z</dcterms:created>
  <dcterms:modified xsi:type="dcterms:W3CDTF">2026-05-28T04:55:36Z</dcterms:modified>
</cp:coreProperties>
</file>